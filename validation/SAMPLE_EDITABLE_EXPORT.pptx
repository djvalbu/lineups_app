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ponent_Lineup_App_v2/assets/field_exact_4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706" y="215303"/>
            <a:ext cx="3810000" cy="40894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23R_ VS 陕西联合 _ 1-0 (胜)</a:t>
            </a:r>
            <a:endParaRPr lang="en-US" sz="1800" dirty="0"/>
          </a:p>
        </p:txBody>
      </p:sp>
      <p:pic>
        <p:nvPicPr>
          <p:cNvPr id="4" name="Image 1" descr="/mnt/data/Opponent_Lineup_App_v2/assets/players/cmuanhgqk0002swkf2ek53y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94" y="829653"/>
            <a:ext cx="952500" cy="952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939131" y="1796364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326951" y="1796364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939131" y="2050364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326951" y="2050364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926431" y="1783664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326951" y="1783664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926431" y="2050364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939131" y="1796364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326951" y="1796364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LEONARDO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939131" y="2050364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326951" y="2050364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184cm</a:t>
            </a:r>
            <a:endParaRPr lang="en-US" sz="1200" dirty="0"/>
          </a:p>
        </p:txBody>
      </p:sp>
      <p:pic>
        <p:nvPicPr>
          <p:cNvPr id="16" name="Image 2" descr="/mnt/data/Opponent_Lineup_App_v2/assets/players/cmuanhgxn000mswkfz4wopy4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419" y="829653"/>
            <a:ext cx="952500" cy="9525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396456" y="1796364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784276" y="1796364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396456" y="2050364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784276" y="2050364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383756" y="1783664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784276" y="1783664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383756" y="2050364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396456" y="1796364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3784276" y="1796364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张凌峰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3396456" y="2050364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784276" y="2050364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176cm</a:t>
            </a:r>
            <a:endParaRPr lang="en-US" sz="1200" dirty="0"/>
          </a:p>
        </p:txBody>
      </p:sp>
      <p:pic>
        <p:nvPicPr>
          <p:cNvPr id="28" name="Image 3" descr="/mnt/data/Opponent_Lineup_App_v2/assets/players/cmuanhgrp0006swkfuto0s31z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69" y="2990334"/>
            <a:ext cx="952500" cy="95250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81806" y="3957046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69626" y="3957046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81806" y="4211046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69626" y="4211046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69106" y="3944346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69626" y="3944346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69106" y="4211046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81806" y="3957046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869626" y="3957046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周俊辰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481806" y="4211046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869626" y="4211046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172cm</a:t>
            </a:r>
            <a:endParaRPr lang="en-US" sz="1200" dirty="0"/>
          </a:p>
        </p:txBody>
      </p:sp>
      <p:pic>
        <p:nvPicPr>
          <p:cNvPr id="40" name="Image 4" descr="/mnt/data/Opponent_Lineup_App_v2/assets/players/cmuanhtvz0016swkf6tbkst0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4094" y="2990334"/>
            <a:ext cx="952500" cy="952500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1939131" y="3957046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2326951" y="3957046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1939131" y="4211046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2326951" y="4211046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1926431" y="3944346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2326951" y="3944346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1926431" y="4211046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1939131" y="3957046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500" dirty="0"/>
          </a:p>
        </p:txBody>
      </p:sp>
      <p:sp>
        <p:nvSpPr>
          <p:cNvPr id="49" name="Text 42"/>
          <p:cNvSpPr/>
          <p:nvPr/>
        </p:nvSpPr>
        <p:spPr>
          <a:xfrm>
            <a:off x="2326951" y="3957046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高海生</a:t>
            </a:r>
            <a:endParaRPr lang="en-US" sz="1500" dirty="0"/>
          </a:p>
        </p:txBody>
      </p:sp>
      <p:sp>
        <p:nvSpPr>
          <p:cNvPr id="50" name="Text 43"/>
          <p:cNvSpPr/>
          <p:nvPr/>
        </p:nvSpPr>
        <p:spPr>
          <a:xfrm>
            <a:off x="1939131" y="4211046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2326951" y="4211046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183cm</a:t>
            </a:r>
            <a:endParaRPr lang="en-US" sz="1200" dirty="0"/>
          </a:p>
        </p:txBody>
      </p:sp>
      <p:pic>
        <p:nvPicPr>
          <p:cNvPr id="52" name="Image 5" descr="/mnt/data/Opponent_Lineup_App_v2/assets/players/cmuanhtxb001aswkfq39wsqm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419" y="2990334"/>
            <a:ext cx="952500" cy="952500"/>
          </a:xfrm>
          <a:prstGeom prst="rect">
            <a:avLst/>
          </a:prstGeom>
        </p:spPr>
      </p:pic>
      <p:sp>
        <p:nvSpPr>
          <p:cNvPr id="53" name="Shape 45"/>
          <p:cNvSpPr/>
          <p:nvPr/>
        </p:nvSpPr>
        <p:spPr>
          <a:xfrm>
            <a:off x="3396456" y="3957046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3784276" y="3957046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3396456" y="4211046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3784276" y="4211046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3383756" y="3944346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3784276" y="3944346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3383756" y="4211046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3396456" y="3957046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500" dirty="0"/>
          </a:p>
        </p:txBody>
      </p:sp>
      <p:sp>
        <p:nvSpPr>
          <p:cNvPr id="61" name="Text 53"/>
          <p:cNvSpPr/>
          <p:nvPr/>
        </p:nvSpPr>
        <p:spPr>
          <a:xfrm>
            <a:off x="3784276" y="3957046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亓信磊</a:t>
            </a:r>
            <a:endParaRPr lang="en-US" sz="1500" dirty="0"/>
          </a:p>
        </p:txBody>
      </p:sp>
      <p:sp>
        <p:nvSpPr>
          <p:cNvPr id="62" name="Text 54"/>
          <p:cNvSpPr/>
          <p:nvPr/>
        </p:nvSpPr>
        <p:spPr>
          <a:xfrm>
            <a:off x="3396456" y="4211046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63" name="Text 55"/>
          <p:cNvSpPr/>
          <p:nvPr/>
        </p:nvSpPr>
        <p:spPr>
          <a:xfrm>
            <a:off x="3784276" y="4211046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175cm</a:t>
            </a:r>
            <a:endParaRPr lang="en-US" sz="1200" dirty="0"/>
          </a:p>
        </p:txBody>
      </p:sp>
      <p:pic>
        <p:nvPicPr>
          <p:cNvPr id="64" name="Image 6" descr="/mnt/data/Opponent_Lineup_App_v2/assets/players/cmuanhgr00004swkfc1wsvu1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744" y="2990334"/>
            <a:ext cx="952500" cy="952500"/>
          </a:xfrm>
          <a:prstGeom prst="rect">
            <a:avLst/>
          </a:prstGeom>
        </p:spPr>
      </p:pic>
      <p:sp>
        <p:nvSpPr>
          <p:cNvPr id="65" name="Shape 56"/>
          <p:cNvSpPr/>
          <p:nvPr/>
        </p:nvSpPr>
        <p:spPr>
          <a:xfrm>
            <a:off x="4853781" y="3957046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5241601" y="3957046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4853781" y="4211046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5241601" y="4211046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4841081" y="3944346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5241601" y="3944346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4841081" y="4211046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2" name="Text 63"/>
          <p:cNvSpPr/>
          <p:nvPr/>
        </p:nvSpPr>
        <p:spPr>
          <a:xfrm>
            <a:off x="4853781" y="3957046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D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500" dirty="0"/>
          </a:p>
        </p:txBody>
      </p:sp>
      <p:sp>
        <p:nvSpPr>
          <p:cNvPr id="73" name="Text 64"/>
          <p:cNvSpPr/>
          <p:nvPr/>
        </p:nvSpPr>
        <p:spPr>
          <a:xfrm>
            <a:off x="5241601" y="3957046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庞开元</a:t>
            </a:r>
            <a:endParaRPr lang="en-US" sz="1500" dirty="0"/>
          </a:p>
        </p:txBody>
      </p:sp>
      <p:sp>
        <p:nvSpPr>
          <p:cNvPr id="74" name="Text 65"/>
          <p:cNvSpPr/>
          <p:nvPr/>
        </p:nvSpPr>
        <p:spPr>
          <a:xfrm>
            <a:off x="4853781" y="4211046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75" name="Text 66"/>
          <p:cNvSpPr/>
          <p:nvPr/>
        </p:nvSpPr>
        <p:spPr>
          <a:xfrm>
            <a:off x="5241601" y="4211046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176cm</a:t>
            </a:r>
            <a:endParaRPr lang="en-US" sz="1200" dirty="0"/>
          </a:p>
        </p:txBody>
      </p:sp>
      <p:pic>
        <p:nvPicPr>
          <p:cNvPr id="76" name="Image 7" descr="/mnt/data/Opponent_Lineup_App_v2/assets/players/cmuanhtz7001gswkfmio12mg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769" y="5142923"/>
            <a:ext cx="952500" cy="952500"/>
          </a:xfrm>
          <a:prstGeom prst="rect">
            <a:avLst/>
          </a:prstGeom>
        </p:spPr>
      </p:pic>
      <p:sp>
        <p:nvSpPr>
          <p:cNvPr id="77" name="Shape 67"/>
          <p:cNvSpPr/>
          <p:nvPr/>
        </p:nvSpPr>
        <p:spPr>
          <a:xfrm>
            <a:off x="481806" y="6109635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869626" y="6109635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481806" y="6363635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0"/>
          <p:cNvSpPr/>
          <p:nvPr/>
        </p:nvSpPr>
        <p:spPr>
          <a:xfrm>
            <a:off x="869626" y="6363635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1"/>
          <p:cNvSpPr/>
          <p:nvPr/>
        </p:nvSpPr>
        <p:spPr>
          <a:xfrm>
            <a:off x="469106" y="6096935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869626" y="6096935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469106" y="6363635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4" name="Text 74"/>
          <p:cNvSpPr/>
          <p:nvPr/>
        </p:nvSpPr>
        <p:spPr>
          <a:xfrm>
            <a:off x="481806" y="6109635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500" dirty="0"/>
          </a:p>
        </p:txBody>
      </p:sp>
      <p:sp>
        <p:nvSpPr>
          <p:cNvPr id="85" name="Text 75"/>
          <p:cNvSpPr/>
          <p:nvPr/>
        </p:nvSpPr>
        <p:spPr>
          <a:xfrm>
            <a:off x="869626" y="6109635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苏士豪</a:t>
            </a:r>
            <a:endParaRPr lang="en-US" sz="1500" dirty="0"/>
          </a:p>
        </p:txBody>
      </p:sp>
      <p:sp>
        <p:nvSpPr>
          <p:cNvPr id="86" name="Text 76"/>
          <p:cNvSpPr/>
          <p:nvPr/>
        </p:nvSpPr>
        <p:spPr>
          <a:xfrm>
            <a:off x="481806" y="6363635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87" name="Text 77"/>
          <p:cNvSpPr/>
          <p:nvPr/>
        </p:nvSpPr>
        <p:spPr>
          <a:xfrm>
            <a:off x="869626" y="6363635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178cm</a:t>
            </a:r>
            <a:endParaRPr lang="en-US" sz="1200" dirty="0"/>
          </a:p>
        </p:txBody>
      </p:sp>
      <p:pic>
        <p:nvPicPr>
          <p:cNvPr id="88" name="Image 8" descr="/mnt/data/Opponent_Lineup_App_v2/assets/players/cmuanhgx9000kswkfl9y5ec6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4094" y="5142923"/>
            <a:ext cx="952500" cy="952500"/>
          </a:xfrm>
          <a:prstGeom prst="rect">
            <a:avLst/>
          </a:prstGeom>
        </p:spPr>
      </p:pic>
      <p:sp>
        <p:nvSpPr>
          <p:cNvPr id="89" name="Shape 78"/>
          <p:cNvSpPr/>
          <p:nvPr/>
        </p:nvSpPr>
        <p:spPr>
          <a:xfrm>
            <a:off x="1939131" y="6109635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79"/>
          <p:cNvSpPr/>
          <p:nvPr/>
        </p:nvSpPr>
        <p:spPr>
          <a:xfrm>
            <a:off x="2326951" y="6109635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0"/>
          <p:cNvSpPr/>
          <p:nvPr/>
        </p:nvSpPr>
        <p:spPr>
          <a:xfrm>
            <a:off x="1939131" y="6363635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1"/>
          <p:cNvSpPr/>
          <p:nvPr/>
        </p:nvSpPr>
        <p:spPr>
          <a:xfrm>
            <a:off x="2326951" y="6363635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2"/>
          <p:cNvSpPr/>
          <p:nvPr/>
        </p:nvSpPr>
        <p:spPr>
          <a:xfrm>
            <a:off x="1926431" y="6096935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94" name="Shape 83"/>
          <p:cNvSpPr/>
          <p:nvPr/>
        </p:nvSpPr>
        <p:spPr>
          <a:xfrm>
            <a:off x="2326951" y="6096935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5" name="Shape 84"/>
          <p:cNvSpPr/>
          <p:nvPr/>
        </p:nvSpPr>
        <p:spPr>
          <a:xfrm>
            <a:off x="1926431" y="6363635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6" name="Text 85"/>
          <p:cNvSpPr/>
          <p:nvPr/>
        </p:nvSpPr>
        <p:spPr>
          <a:xfrm>
            <a:off x="1939131" y="6109635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500" dirty="0"/>
          </a:p>
        </p:txBody>
      </p:sp>
      <p:sp>
        <p:nvSpPr>
          <p:cNvPr id="97" name="Text 86"/>
          <p:cNvSpPr/>
          <p:nvPr/>
        </p:nvSpPr>
        <p:spPr>
          <a:xfrm>
            <a:off x="2326951" y="6109635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陈骜</a:t>
            </a:r>
            <a:endParaRPr lang="en-US" sz="1500" dirty="0"/>
          </a:p>
        </p:txBody>
      </p:sp>
      <p:sp>
        <p:nvSpPr>
          <p:cNvPr id="98" name="Text 87"/>
          <p:cNvSpPr/>
          <p:nvPr/>
        </p:nvSpPr>
        <p:spPr>
          <a:xfrm>
            <a:off x="1939131" y="6363635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99" name="Text 88"/>
          <p:cNvSpPr/>
          <p:nvPr/>
        </p:nvSpPr>
        <p:spPr>
          <a:xfrm>
            <a:off x="2326951" y="6363635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180cm</a:t>
            </a:r>
            <a:endParaRPr lang="en-US" sz="1200" dirty="0"/>
          </a:p>
        </p:txBody>
      </p:sp>
      <p:pic>
        <p:nvPicPr>
          <p:cNvPr id="100" name="Image 9" descr="/mnt/data/Opponent_Lineup_App_v2/assets/players/cmuanhtvj0014swkfkl3tbxs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1419" y="5142923"/>
            <a:ext cx="952500" cy="952500"/>
          </a:xfrm>
          <a:prstGeom prst="rect">
            <a:avLst/>
          </a:prstGeom>
        </p:spPr>
      </p:pic>
      <p:sp>
        <p:nvSpPr>
          <p:cNvPr id="101" name="Shape 89"/>
          <p:cNvSpPr/>
          <p:nvPr/>
        </p:nvSpPr>
        <p:spPr>
          <a:xfrm>
            <a:off x="3396456" y="6109635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0"/>
          <p:cNvSpPr/>
          <p:nvPr/>
        </p:nvSpPr>
        <p:spPr>
          <a:xfrm>
            <a:off x="3784276" y="6109635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1"/>
          <p:cNvSpPr/>
          <p:nvPr/>
        </p:nvSpPr>
        <p:spPr>
          <a:xfrm>
            <a:off x="3396456" y="6363635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2"/>
          <p:cNvSpPr/>
          <p:nvPr/>
        </p:nvSpPr>
        <p:spPr>
          <a:xfrm>
            <a:off x="3784276" y="6363635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93"/>
          <p:cNvSpPr/>
          <p:nvPr/>
        </p:nvSpPr>
        <p:spPr>
          <a:xfrm>
            <a:off x="3383756" y="6096935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6" name="Shape 94"/>
          <p:cNvSpPr/>
          <p:nvPr/>
        </p:nvSpPr>
        <p:spPr>
          <a:xfrm>
            <a:off x="3784276" y="6096935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07" name="Shape 95"/>
          <p:cNvSpPr/>
          <p:nvPr/>
        </p:nvSpPr>
        <p:spPr>
          <a:xfrm>
            <a:off x="3383756" y="6363635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08" name="Text 96"/>
          <p:cNvSpPr/>
          <p:nvPr/>
        </p:nvSpPr>
        <p:spPr>
          <a:xfrm>
            <a:off x="3396456" y="6109635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500" dirty="0"/>
          </a:p>
        </p:txBody>
      </p:sp>
      <p:sp>
        <p:nvSpPr>
          <p:cNvPr id="109" name="Text 97"/>
          <p:cNvSpPr/>
          <p:nvPr/>
        </p:nvSpPr>
        <p:spPr>
          <a:xfrm>
            <a:off x="3784276" y="6109635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姚棣然</a:t>
            </a:r>
            <a:endParaRPr lang="en-US" sz="1500" dirty="0"/>
          </a:p>
        </p:txBody>
      </p:sp>
      <p:sp>
        <p:nvSpPr>
          <p:cNvPr id="110" name="Text 98"/>
          <p:cNvSpPr/>
          <p:nvPr/>
        </p:nvSpPr>
        <p:spPr>
          <a:xfrm>
            <a:off x="3396456" y="6363635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111" name="Text 99"/>
          <p:cNvSpPr/>
          <p:nvPr/>
        </p:nvSpPr>
        <p:spPr>
          <a:xfrm>
            <a:off x="3784276" y="6363635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189cm</a:t>
            </a:r>
            <a:endParaRPr lang="en-US" sz="1200" dirty="0"/>
          </a:p>
        </p:txBody>
      </p:sp>
      <p:pic>
        <p:nvPicPr>
          <p:cNvPr id="112" name="Image 10" descr="/mnt/data/Opponent_Lineup_App_v2/assets/icons/goal_fo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6156" y="5142923"/>
            <a:ext cx="190500" cy="190500"/>
          </a:xfrm>
          <a:prstGeom prst="rect">
            <a:avLst/>
          </a:prstGeom>
        </p:spPr>
      </p:pic>
      <p:sp>
        <p:nvSpPr>
          <p:cNvPr id="113" name="Text 100"/>
          <p:cNvSpPr/>
          <p:nvPr/>
        </p:nvSpPr>
        <p:spPr>
          <a:xfrm>
            <a:off x="5022056" y="5130223"/>
            <a:ext cx="1016000" cy="215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4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( 82' )</a:t>
            </a:r>
            <a:endParaRPr lang="en-US" sz="900" dirty="0"/>
          </a:p>
        </p:txBody>
      </p:sp>
      <p:pic>
        <p:nvPicPr>
          <p:cNvPr id="114" name="Image 11" descr="/mnt/data/Opponent_Lineup_App_v2/assets/players/cmuanhu0c001iswkf1skjxgb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38744" y="5142923"/>
            <a:ext cx="952500" cy="952500"/>
          </a:xfrm>
          <a:prstGeom prst="rect">
            <a:avLst/>
          </a:prstGeom>
        </p:spPr>
      </p:pic>
      <p:sp>
        <p:nvSpPr>
          <p:cNvPr id="115" name="Shape 101"/>
          <p:cNvSpPr/>
          <p:nvPr/>
        </p:nvSpPr>
        <p:spPr>
          <a:xfrm>
            <a:off x="4853781" y="6109635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02"/>
          <p:cNvSpPr/>
          <p:nvPr/>
        </p:nvSpPr>
        <p:spPr>
          <a:xfrm>
            <a:off x="5241601" y="6109635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03"/>
          <p:cNvSpPr/>
          <p:nvPr/>
        </p:nvSpPr>
        <p:spPr>
          <a:xfrm>
            <a:off x="4853781" y="6363635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04"/>
          <p:cNvSpPr/>
          <p:nvPr/>
        </p:nvSpPr>
        <p:spPr>
          <a:xfrm>
            <a:off x="5241601" y="6363635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05"/>
          <p:cNvSpPr/>
          <p:nvPr/>
        </p:nvSpPr>
        <p:spPr>
          <a:xfrm>
            <a:off x="4841081" y="6096935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20" name="Shape 106"/>
          <p:cNvSpPr/>
          <p:nvPr/>
        </p:nvSpPr>
        <p:spPr>
          <a:xfrm>
            <a:off x="5241601" y="6096935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21" name="Shape 107"/>
          <p:cNvSpPr/>
          <p:nvPr/>
        </p:nvSpPr>
        <p:spPr>
          <a:xfrm>
            <a:off x="4841081" y="6363635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22" name="Text 108"/>
          <p:cNvSpPr/>
          <p:nvPr/>
        </p:nvSpPr>
        <p:spPr>
          <a:xfrm>
            <a:off x="4853781" y="6109635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500" dirty="0"/>
          </a:p>
        </p:txBody>
      </p:sp>
      <p:sp>
        <p:nvSpPr>
          <p:cNvPr id="123" name="Text 109"/>
          <p:cNvSpPr/>
          <p:nvPr/>
        </p:nvSpPr>
        <p:spPr>
          <a:xfrm>
            <a:off x="5241601" y="6109635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徐友刚</a:t>
            </a:r>
            <a:endParaRPr lang="en-US" sz="1500" dirty="0"/>
          </a:p>
        </p:txBody>
      </p:sp>
      <p:sp>
        <p:nvSpPr>
          <p:cNvPr id="124" name="Text 110"/>
          <p:cNvSpPr/>
          <p:nvPr/>
        </p:nvSpPr>
        <p:spPr>
          <a:xfrm>
            <a:off x="4853781" y="6363635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125" name="Text 111"/>
          <p:cNvSpPr/>
          <p:nvPr/>
        </p:nvSpPr>
        <p:spPr>
          <a:xfrm>
            <a:off x="5241601" y="6363635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180cm</a:t>
            </a:r>
            <a:endParaRPr lang="en-US" sz="1200" dirty="0"/>
          </a:p>
        </p:txBody>
      </p:sp>
      <p:pic>
        <p:nvPicPr>
          <p:cNvPr id="126" name="Image 12" descr="/mnt/data/Opponent_Lineup_App_v2/assets/players/cmuanhu8c001oswkfwrytp43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52756" y="7303605"/>
            <a:ext cx="952500" cy="952500"/>
          </a:xfrm>
          <a:prstGeom prst="rect">
            <a:avLst/>
          </a:prstGeom>
        </p:spPr>
      </p:pic>
      <p:sp>
        <p:nvSpPr>
          <p:cNvPr id="127" name="Shape 112"/>
          <p:cNvSpPr/>
          <p:nvPr/>
        </p:nvSpPr>
        <p:spPr>
          <a:xfrm>
            <a:off x="2667794" y="8270316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13"/>
          <p:cNvSpPr/>
          <p:nvPr/>
        </p:nvSpPr>
        <p:spPr>
          <a:xfrm>
            <a:off x="3055614" y="8270316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14"/>
          <p:cNvSpPr/>
          <p:nvPr/>
        </p:nvSpPr>
        <p:spPr>
          <a:xfrm>
            <a:off x="2667794" y="8524316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15"/>
          <p:cNvSpPr/>
          <p:nvPr/>
        </p:nvSpPr>
        <p:spPr>
          <a:xfrm>
            <a:off x="3055614" y="8524316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16"/>
          <p:cNvSpPr/>
          <p:nvPr/>
        </p:nvSpPr>
        <p:spPr>
          <a:xfrm>
            <a:off x="2655094" y="8257616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2" name="Shape 117"/>
          <p:cNvSpPr/>
          <p:nvPr/>
        </p:nvSpPr>
        <p:spPr>
          <a:xfrm>
            <a:off x="3055614" y="8257616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33" name="Shape 118"/>
          <p:cNvSpPr/>
          <p:nvPr/>
        </p:nvSpPr>
        <p:spPr>
          <a:xfrm>
            <a:off x="2655094" y="8524316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34" name="Text 119"/>
          <p:cNvSpPr/>
          <p:nvPr/>
        </p:nvSpPr>
        <p:spPr>
          <a:xfrm>
            <a:off x="2667794" y="8270316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500" dirty="0"/>
          </a:p>
        </p:txBody>
      </p:sp>
      <p:sp>
        <p:nvSpPr>
          <p:cNvPr id="135" name="Text 120"/>
          <p:cNvSpPr/>
          <p:nvPr/>
        </p:nvSpPr>
        <p:spPr>
          <a:xfrm>
            <a:off x="3055614" y="8270316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林翔</a:t>
            </a:r>
            <a:endParaRPr lang="en-US" sz="1500" dirty="0"/>
          </a:p>
        </p:txBody>
      </p:sp>
      <p:sp>
        <p:nvSpPr>
          <p:cNvPr id="136" name="Text 121"/>
          <p:cNvSpPr/>
          <p:nvPr/>
        </p:nvSpPr>
        <p:spPr>
          <a:xfrm>
            <a:off x="2667794" y="8524316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137" name="Text 122"/>
          <p:cNvSpPr/>
          <p:nvPr/>
        </p:nvSpPr>
        <p:spPr>
          <a:xfrm>
            <a:off x="3055614" y="8524316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188cm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ponent_Lineup_App_v2/assets/field_exact_4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706" y="215303"/>
            <a:ext cx="3810000" cy="40894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24R_ VS 大连鲲城 _ 0-1 (负)</a:t>
            </a:r>
            <a:endParaRPr lang="en-US" sz="1800" dirty="0"/>
          </a:p>
        </p:txBody>
      </p:sp>
      <p:pic>
        <p:nvPicPr>
          <p:cNvPr id="4" name="Image 1" descr="/mnt/data/Opponent_Lineup_App_v2/assets/players/cmuanhgqk0002swkf2ek53y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94" y="829653"/>
            <a:ext cx="952500" cy="952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939131" y="1796364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326951" y="1796364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939131" y="2050364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326951" y="2050364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926431" y="1783664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326951" y="1783664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926431" y="2050364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939131" y="1796364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326951" y="1796364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LEONARDO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939131" y="2050364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326951" y="2050364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184cm</a:t>
            </a:r>
            <a:endParaRPr lang="en-US" sz="1200" dirty="0"/>
          </a:p>
        </p:txBody>
      </p:sp>
      <p:pic>
        <p:nvPicPr>
          <p:cNvPr id="16" name="Image 2" descr="/mnt/data/Opponent_Lineup_App_v2/assets/players/cmuanhgxn000mswkfz4wopy4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419" y="829653"/>
            <a:ext cx="952500" cy="9525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396456" y="1796364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784276" y="1796364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396456" y="2050364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784276" y="2050364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383756" y="1783664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784276" y="1783664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383756" y="2050364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396456" y="1796364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3784276" y="1796364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张凌峰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3396456" y="2050364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784276" y="2050364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176cm</a:t>
            </a:r>
            <a:endParaRPr lang="en-US" sz="1200" dirty="0"/>
          </a:p>
        </p:txBody>
      </p:sp>
      <p:pic>
        <p:nvPicPr>
          <p:cNvPr id="28" name="Image 3" descr="/mnt/data/Opponent_Lineup_App_v2/assets/players/cmuanhgw0000eswkf4hu1o2m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69" y="2990334"/>
            <a:ext cx="952500" cy="95250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81806" y="3957046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69626" y="3957046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81806" y="4211046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69626" y="4211046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69106" y="3944346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69626" y="3944346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69106" y="4211046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81806" y="3957046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D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869626" y="3957046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林文凯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481806" y="4211046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869626" y="4211046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178cm</a:t>
            </a:r>
            <a:endParaRPr lang="en-US" sz="1200" dirty="0"/>
          </a:p>
        </p:txBody>
      </p:sp>
      <p:pic>
        <p:nvPicPr>
          <p:cNvPr id="40" name="Image 4" descr="/mnt/data/Opponent_Lineup_App_v2/assets/players/cmuanhtvz0016swkf6tbkst0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4094" y="2990334"/>
            <a:ext cx="952500" cy="952500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1939131" y="3957046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2326951" y="3957046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1939131" y="4211046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2326951" y="4211046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1926431" y="3944346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2326951" y="3944346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1926431" y="4211046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1939131" y="3957046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500" dirty="0"/>
          </a:p>
        </p:txBody>
      </p:sp>
      <p:sp>
        <p:nvSpPr>
          <p:cNvPr id="49" name="Text 42"/>
          <p:cNvSpPr/>
          <p:nvPr/>
        </p:nvSpPr>
        <p:spPr>
          <a:xfrm>
            <a:off x="2326951" y="3957046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高海生</a:t>
            </a:r>
            <a:endParaRPr lang="en-US" sz="1500" dirty="0"/>
          </a:p>
        </p:txBody>
      </p:sp>
      <p:sp>
        <p:nvSpPr>
          <p:cNvPr id="50" name="Text 43"/>
          <p:cNvSpPr/>
          <p:nvPr/>
        </p:nvSpPr>
        <p:spPr>
          <a:xfrm>
            <a:off x="1939131" y="4211046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2326951" y="4211046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183cm</a:t>
            </a:r>
            <a:endParaRPr lang="en-US" sz="1200" dirty="0"/>
          </a:p>
        </p:txBody>
      </p:sp>
      <p:pic>
        <p:nvPicPr>
          <p:cNvPr id="52" name="Image 5" descr="/mnt/data/Opponent_Lineup_App_v2/assets/players/cmuanhtxb001aswkfq39wsqm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419" y="2990334"/>
            <a:ext cx="952500" cy="952500"/>
          </a:xfrm>
          <a:prstGeom prst="rect">
            <a:avLst/>
          </a:prstGeom>
        </p:spPr>
      </p:pic>
      <p:sp>
        <p:nvSpPr>
          <p:cNvPr id="53" name="Shape 45"/>
          <p:cNvSpPr/>
          <p:nvPr/>
        </p:nvSpPr>
        <p:spPr>
          <a:xfrm>
            <a:off x="3396456" y="3957046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3784276" y="3957046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3396456" y="4211046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3784276" y="4211046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3383756" y="3944346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3784276" y="3944346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3383756" y="4211046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3396456" y="3957046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500" dirty="0"/>
          </a:p>
        </p:txBody>
      </p:sp>
      <p:sp>
        <p:nvSpPr>
          <p:cNvPr id="61" name="Text 53"/>
          <p:cNvSpPr/>
          <p:nvPr/>
        </p:nvSpPr>
        <p:spPr>
          <a:xfrm>
            <a:off x="3784276" y="3957046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亓信磊</a:t>
            </a:r>
            <a:endParaRPr lang="en-US" sz="1500" dirty="0"/>
          </a:p>
        </p:txBody>
      </p:sp>
      <p:sp>
        <p:nvSpPr>
          <p:cNvPr id="62" name="Text 54"/>
          <p:cNvSpPr/>
          <p:nvPr/>
        </p:nvSpPr>
        <p:spPr>
          <a:xfrm>
            <a:off x="3396456" y="4211046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63" name="Text 55"/>
          <p:cNvSpPr/>
          <p:nvPr/>
        </p:nvSpPr>
        <p:spPr>
          <a:xfrm>
            <a:off x="3784276" y="4211046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175cm</a:t>
            </a:r>
            <a:endParaRPr lang="en-US" sz="1200" dirty="0"/>
          </a:p>
        </p:txBody>
      </p:sp>
      <p:pic>
        <p:nvPicPr>
          <p:cNvPr id="64" name="Image 6" descr="/mnt/data/Opponent_Lineup_App_v2/assets/players/cmuanhgr00004swkfc1wsvu1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744" y="2990334"/>
            <a:ext cx="952500" cy="952500"/>
          </a:xfrm>
          <a:prstGeom prst="rect">
            <a:avLst/>
          </a:prstGeom>
        </p:spPr>
      </p:pic>
      <p:sp>
        <p:nvSpPr>
          <p:cNvPr id="65" name="Shape 56"/>
          <p:cNvSpPr/>
          <p:nvPr/>
        </p:nvSpPr>
        <p:spPr>
          <a:xfrm>
            <a:off x="4853781" y="3957046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5241601" y="3957046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4853781" y="4211046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5241601" y="4211046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4841081" y="3944346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5241601" y="3944346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4841081" y="4211046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2" name="Text 63"/>
          <p:cNvSpPr/>
          <p:nvPr/>
        </p:nvSpPr>
        <p:spPr>
          <a:xfrm>
            <a:off x="4853781" y="3957046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D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500" dirty="0"/>
          </a:p>
        </p:txBody>
      </p:sp>
      <p:sp>
        <p:nvSpPr>
          <p:cNvPr id="73" name="Text 64"/>
          <p:cNvSpPr/>
          <p:nvPr/>
        </p:nvSpPr>
        <p:spPr>
          <a:xfrm>
            <a:off x="5241601" y="3957046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庞开元</a:t>
            </a:r>
            <a:endParaRPr lang="en-US" sz="1500" dirty="0"/>
          </a:p>
        </p:txBody>
      </p:sp>
      <p:sp>
        <p:nvSpPr>
          <p:cNvPr id="74" name="Text 65"/>
          <p:cNvSpPr/>
          <p:nvPr/>
        </p:nvSpPr>
        <p:spPr>
          <a:xfrm>
            <a:off x="4853781" y="4211046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75" name="Text 66"/>
          <p:cNvSpPr/>
          <p:nvPr/>
        </p:nvSpPr>
        <p:spPr>
          <a:xfrm>
            <a:off x="5241601" y="4211046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176cm</a:t>
            </a:r>
            <a:endParaRPr lang="en-US" sz="1200" dirty="0"/>
          </a:p>
        </p:txBody>
      </p:sp>
      <p:pic>
        <p:nvPicPr>
          <p:cNvPr id="76" name="Image 7" descr="/mnt/data/Opponent_Lineup_App_v2/assets/players/cmuanhtz7001gswkfmio12mg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769" y="5142923"/>
            <a:ext cx="952500" cy="952500"/>
          </a:xfrm>
          <a:prstGeom prst="rect">
            <a:avLst/>
          </a:prstGeom>
        </p:spPr>
      </p:pic>
      <p:sp>
        <p:nvSpPr>
          <p:cNvPr id="77" name="Shape 67"/>
          <p:cNvSpPr/>
          <p:nvPr/>
        </p:nvSpPr>
        <p:spPr>
          <a:xfrm>
            <a:off x="481806" y="6109635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869626" y="6109635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481806" y="6363635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0"/>
          <p:cNvSpPr/>
          <p:nvPr/>
        </p:nvSpPr>
        <p:spPr>
          <a:xfrm>
            <a:off x="869626" y="6363635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1"/>
          <p:cNvSpPr/>
          <p:nvPr/>
        </p:nvSpPr>
        <p:spPr>
          <a:xfrm>
            <a:off x="469106" y="6096935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869626" y="6096935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469106" y="6363635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4" name="Text 74"/>
          <p:cNvSpPr/>
          <p:nvPr/>
        </p:nvSpPr>
        <p:spPr>
          <a:xfrm>
            <a:off x="481806" y="6109635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500" dirty="0"/>
          </a:p>
        </p:txBody>
      </p:sp>
      <p:sp>
        <p:nvSpPr>
          <p:cNvPr id="85" name="Text 75"/>
          <p:cNvSpPr/>
          <p:nvPr/>
        </p:nvSpPr>
        <p:spPr>
          <a:xfrm>
            <a:off x="869626" y="6109635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苏士豪</a:t>
            </a:r>
            <a:endParaRPr lang="en-US" sz="1500" dirty="0"/>
          </a:p>
        </p:txBody>
      </p:sp>
      <p:sp>
        <p:nvSpPr>
          <p:cNvPr id="86" name="Text 76"/>
          <p:cNvSpPr/>
          <p:nvPr/>
        </p:nvSpPr>
        <p:spPr>
          <a:xfrm>
            <a:off x="481806" y="6363635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87" name="Text 77"/>
          <p:cNvSpPr/>
          <p:nvPr/>
        </p:nvSpPr>
        <p:spPr>
          <a:xfrm>
            <a:off x="869626" y="6363635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178cm</a:t>
            </a:r>
            <a:endParaRPr lang="en-US" sz="1200" dirty="0"/>
          </a:p>
        </p:txBody>
      </p:sp>
      <p:pic>
        <p:nvPicPr>
          <p:cNvPr id="88" name="Image 8" descr="/mnt/data/Opponent_Lineup_App_v2/assets/players/cmuanhtwf0018swkf2k4ogmf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4094" y="5142923"/>
            <a:ext cx="952500" cy="952500"/>
          </a:xfrm>
          <a:prstGeom prst="rect">
            <a:avLst/>
          </a:prstGeom>
        </p:spPr>
      </p:pic>
      <p:sp>
        <p:nvSpPr>
          <p:cNvPr id="89" name="Shape 78"/>
          <p:cNvSpPr/>
          <p:nvPr/>
        </p:nvSpPr>
        <p:spPr>
          <a:xfrm>
            <a:off x="1939131" y="6109635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79"/>
          <p:cNvSpPr/>
          <p:nvPr/>
        </p:nvSpPr>
        <p:spPr>
          <a:xfrm>
            <a:off x="2326951" y="6109635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0"/>
          <p:cNvSpPr/>
          <p:nvPr/>
        </p:nvSpPr>
        <p:spPr>
          <a:xfrm>
            <a:off x="1939131" y="6363635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1"/>
          <p:cNvSpPr/>
          <p:nvPr/>
        </p:nvSpPr>
        <p:spPr>
          <a:xfrm>
            <a:off x="2326951" y="6363635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2"/>
          <p:cNvSpPr/>
          <p:nvPr/>
        </p:nvSpPr>
        <p:spPr>
          <a:xfrm>
            <a:off x="1926431" y="6096935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94" name="Shape 83"/>
          <p:cNvSpPr/>
          <p:nvPr/>
        </p:nvSpPr>
        <p:spPr>
          <a:xfrm>
            <a:off x="2326951" y="6096935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5" name="Shape 84"/>
          <p:cNvSpPr/>
          <p:nvPr/>
        </p:nvSpPr>
        <p:spPr>
          <a:xfrm>
            <a:off x="1926431" y="6363635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6" name="Text 85"/>
          <p:cNvSpPr/>
          <p:nvPr/>
        </p:nvSpPr>
        <p:spPr>
          <a:xfrm>
            <a:off x="1939131" y="6109635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500" dirty="0"/>
          </a:p>
        </p:txBody>
      </p:sp>
      <p:sp>
        <p:nvSpPr>
          <p:cNvPr id="97" name="Text 86"/>
          <p:cNvSpPr/>
          <p:nvPr/>
        </p:nvSpPr>
        <p:spPr>
          <a:xfrm>
            <a:off x="2326951" y="6109635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刘洋</a:t>
            </a:r>
            <a:endParaRPr lang="en-US" sz="1500" dirty="0"/>
          </a:p>
        </p:txBody>
      </p:sp>
      <p:sp>
        <p:nvSpPr>
          <p:cNvPr id="98" name="Text 87"/>
          <p:cNvSpPr/>
          <p:nvPr/>
        </p:nvSpPr>
        <p:spPr>
          <a:xfrm>
            <a:off x="1939131" y="6363635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99" name="Text 88"/>
          <p:cNvSpPr/>
          <p:nvPr/>
        </p:nvSpPr>
        <p:spPr>
          <a:xfrm>
            <a:off x="2326951" y="6363635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188cm</a:t>
            </a:r>
            <a:endParaRPr lang="en-US" sz="1200" dirty="0"/>
          </a:p>
        </p:txBody>
      </p:sp>
      <p:pic>
        <p:nvPicPr>
          <p:cNvPr id="100" name="Image 9" descr="/mnt/data/Opponent_Lineup_App_v2/assets/players/cmuanhgx9000kswkfl9y5ec64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1419" y="5142923"/>
            <a:ext cx="952500" cy="952500"/>
          </a:xfrm>
          <a:prstGeom prst="rect">
            <a:avLst/>
          </a:prstGeom>
        </p:spPr>
      </p:pic>
      <p:sp>
        <p:nvSpPr>
          <p:cNvPr id="101" name="Shape 89"/>
          <p:cNvSpPr/>
          <p:nvPr/>
        </p:nvSpPr>
        <p:spPr>
          <a:xfrm>
            <a:off x="3396456" y="6109635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0"/>
          <p:cNvSpPr/>
          <p:nvPr/>
        </p:nvSpPr>
        <p:spPr>
          <a:xfrm>
            <a:off x="3784276" y="6109635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1"/>
          <p:cNvSpPr/>
          <p:nvPr/>
        </p:nvSpPr>
        <p:spPr>
          <a:xfrm>
            <a:off x="3396456" y="6363635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2"/>
          <p:cNvSpPr/>
          <p:nvPr/>
        </p:nvSpPr>
        <p:spPr>
          <a:xfrm>
            <a:off x="3784276" y="6363635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93"/>
          <p:cNvSpPr/>
          <p:nvPr/>
        </p:nvSpPr>
        <p:spPr>
          <a:xfrm>
            <a:off x="3383756" y="6096935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6" name="Shape 94"/>
          <p:cNvSpPr/>
          <p:nvPr/>
        </p:nvSpPr>
        <p:spPr>
          <a:xfrm>
            <a:off x="3784276" y="6096935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07" name="Shape 95"/>
          <p:cNvSpPr/>
          <p:nvPr/>
        </p:nvSpPr>
        <p:spPr>
          <a:xfrm>
            <a:off x="3383756" y="6363635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08" name="Text 96"/>
          <p:cNvSpPr/>
          <p:nvPr/>
        </p:nvSpPr>
        <p:spPr>
          <a:xfrm>
            <a:off x="3396456" y="6109635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500" dirty="0"/>
          </a:p>
        </p:txBody>
      </p:sp>
      <p:sp>
        <p:nvSpPr>
          <p:cNvPr id="109" name="Text 97"/>
          <p:cNvSpPr/>
          <p:nvPr/>
        </p:nvSpPr>
        <p:spPr>
          <a:xfrm>
            <a:off x="3784276" y="6109635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陈骜</a:t>
            </a:r>
            <a:endParaRPr lang="en-US" sz="1500" dirty="0"/>
          </a:p>
        </p:txBody>
      </p:sp>
      <p:sp>
        <p:nvSpPr>
          <p:cNvPr id="110" name="Text 98"/>
          <p:cNvSpPr/>
          <p:nvPr/>
        </p:nvSpPr>
        <p:spPr>
          <a:xfrm>
            <a:off x="3396456" y="6363635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111" name="Text 99"/>
          <p:cNvSpPr/>
          <p:nvPr/>
        </p:nvSpPr>
        <p:spPr>
          <a:xfrm>
            <a:off x="3784276" y="6363635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180cm</a:t>
            </a:r>
            <a:endParaRPr lang="en-US" sz="1200" dirty="0"/>
          </a:p>
        </p:txBody>
      </p:sp>
      <p:pic>
        <p:nvPicPr>
          <p:cNvPr id="112" name="Image 10" descr="/mnt/data/Opponent_Lineup_App_v2/assets/players/cmuanhu0c001iswkf1skjxgb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38744" y="5142923"/>
            <a:ext cx="952500" cy="952500"/>
          </a:xfrm>
          <a:prstGeom prst="rect">
            <a:avLst/>
          </a:prstGeom>
        </p:spPr>
      </p:pic>
      <p:sp>
        <p:nvSpPr>
          <p:cNvPr id="113" name="Shape 100"/>
          <p:cNvSpPr/>
          <p:nvPr/>
        </p:nvSpPr>
        <p:spPr>
          <a:xfrm>
            <a:off x="4853781" y="6109635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01"/>
          <p:cNvSpPr/>
          <p:nvPr/>
        </p:nvSpPr>
        <p:spPr>
          <a:xfrm>
            <a:off x="5241601" y="6109635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02"/>
          <p:cNvSpPr/>
          <p:nvPr/>
        </p:nvSpPr>
        <p:spPr>
          <a:xfrm>
            <a:off x="4853781" y="6363635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03"/>
          <p:cNvSpPr/>
          <p:nvPr/>
        </p:nvSpPr>
        <p:spPr>
          <a:xfrm>
            <a:off x="5241601" y="6363635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04"/>
          <p:cNvSpPr/>
          <p:nvPr/>
        </p:nvSpPr>
        <p:spPr>
          <a:xfrm>
            <a:off x="4841081" y="6096935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18" name="Shape 105"/>
          <p:cNvSpPr/>
          <p:nvPr/>
        </p:nvSpPr>
        <p:spPr>
          <a:xfrm>
            <a:off x="5241601" y="6096935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19" name="Shape 106"/>
          <p:cNvSpPr/>
          <p:nvPr/>
        </p:nvSpPr>
        <p:spPr>
          <a:xfrm>
            <a:off x="4841081" y="6363635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20" name="Text 107"/>
          <p:cNvSpPr/>
          <p:nvPr/>
        </p:nvSpPr>
        <p:spPr>
          <a:xfrm>
            <a:off x="4853781" y="6109635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500" dirty="0"/>
          </a:p>
        </p:txBody>
      </p:sp>
      <p:sp>
        <p:nvSpPr>
          <p:cNvPr id="121" name="Text 108"/>
          <p:cNvSpPr/>
          <p:nvPr/>
        </p:nvSpPr>
        <p:spPr>
          <a:xfrm>
            <a:off x="5241601" y="6109635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徐友刚</a:t>
            </a:r>
            <a:endParaRPr lang="en-US" sz="1500" dirty="0"/>
          </a:p>
        </p:txBody>
      </p:sp>
      <p:sp>
        <p:nvSpPr>
          <p:cNvPr id="122" name="Text 109"/>
          <p:cNvSpPr/>
          <p:nvPr/>
        </p:nvSpPr>
        <p:spPr>
          <a:xfrm>
            <a:off x="4853781" y="6363635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123" name="Text 110"/>
          <p:cNvSpPr/>
          <p:nvPr/>
        </p:nvSpPr>
        <p:spPr>
          <a:xfrm>
            <a:off x="5241601" y="6363635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180cm</a:t>
            </a:r>
            <a:endParaRPr lang="en-US" sz="1200" dirty="0"/>
          </a:p>
        </p:txBody>
      </p:sp>
      <p:pic>
        <p:nvPicPr>
          <p:cNvPr id="124" name="Image 11" descr="/mnt/data/Opponent_Lineup_App_v2/assets/players/cmuanhu8c001oswkfwrytp43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52756" y="7303605"/>
            <a:ext cx="952500" cy="952500"/>
          </a:xfrm>
          <a:prstGeom prst="rect">
            <a:avLst/>
          </a:prstGeom>
        </p:spPr>
      </p:pic>
      <p:sp>
        <p:nvSpPr>
          <p:cNvPr id="125" name="Shape 111"/>
          <p:cNvSpPr/>
          <p:nvPr/>
        </p:nvSpPr>
        <p:spPr>
          <a:xfrm>
            <a:off x="2667794" y="8270316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12"/>
          <p:cNvSpPr/>
          <p:nvPr/>
        </p:nvSpPr>
        <p:spPr>
          <a:xfrm>
            <a:off x="3055614" y="8270316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13"/>
          <p:cNvSpPr/>
          <p:nvPr/>
        </p:nvSpPr>
        <p:spPr>
          <a:xfrm>
            <a:off x="2667794" y="8524316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14"/>
          <p:cNvSpPr/>
          <p:nvPr/>
        </p:nvSpPr>
        <p:spPr>
          <a:xfrm>
            <a:off x="3055614" y="8524316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15"/>
          <p:cNvSpPr/>
          <p:nvPr/>
        </p:nvSpPr>
        <p:spPr>
          <a:xfrm>
            <a:off x="2655094" y="8257616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30" name="Shape 116"/>
          <p:cNvSpPr/>
          <p:nvPr/>
        </p:nvSpPr>
        <p:spPr>
          <a:xfrm>
            <a:off x="3055614" y="8257616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31" name="Shape 117"/>
          <p:cNvSpPr/>
          <p:nvPr/>
        </p:nvSpPr>
        <p:spPr>
          <a:xfrm>
            <a:off x="2655094" y="8524316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32" name="Text 118"/>
          <p:cNvSpPr/>
          <p:nvPr/>
        </p:nvSpPr>
        <p:spPr>
          <a:xfrm>
            <a:off x="2667794" y="8270316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500" dirty="0"/>
          </a:p>
        </p:txBody>
      </p:sp>
      <p:sp>
        <p:nvSpPr>
          <p:cNvPr id="133" name="Text 119"/>
          <p:cNvSpPr/>
          <p:nvPr/>
        </p:nvSpPr>
        <p:spPr>
          <a:xfrm>
            <a:off x="3055614" y="8270316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林翔</a:t>
            </a:r>
            <a:endParaRPr lang="en-US" sz="1500" dirty="0"/>
          </a:p>
        </p:txBody>
      </p:sp>
      <p:sp>
        <p:nvSpPr>
          <p:cNvPr id="134" name="Text 120"/>
          <p:cNvSpPr/>
          <p:nvPr/>
        </p:nvSpPr>
        <p:spPr>
          <a:xfrm>
            <a:off x="2667794" y="8524316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135" name="Text 121"/>
          <p:cNvSpPr/>
          <p:nvPr/>
        </p:nvSpPr>
        <p:spPr>
          <a:xfrm>
            <a:off x="3055614" y="8524316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188cm</a:t>
            </a:r>
            <a:endParaRPr lang="en-US" sz="1200" dirty="0"/>
          </a:p>
        </p:txBody>
      </p:sp>
      <p:pic>
        <p:nvPicPr>
          <p:cNvPr id="136" name="Image 12" descr="/mnt/data/Opponent_Lineup_App_v2/assets/icons/goal_agains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77494" y="7303605"/>
            <a:ext cx="190500" cy="190500"/>
          </a:xfrm>
          <a:prstGeom prst="rect">
            <a:avLst/>
          </a:prstGeom>
        </p:spPr>
      </p:pic>
      <p:sp>
        <p:nvSpPr>
          <p:cNvPr id="137" name="Text 122"/>
          <p:cNvSpPr/>
          <p:nvPr/>
        </p:nvSpPr>
        <p:spPr>
          <a:xfrm>
            <a:off x="4293394" y="7290905"/>
            <a:ext cx="1016000" cy="215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1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( 28' 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ponent_Lineup_App_v2/assets/field_exact_4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706" y="215303"/>
            <a:ext cx="1527416" cy="40894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预计首发名单</a:t>
            </a:r>
            <a:endParaRPr lang="en-US" sz="1800" dirty="0"/>
          </a:p>
        </p:txBody>
      </p:sp>
      <p:pic>
        <p:nvPicPr>
          <p:cNvPr id="4" name="Image 1" descr="/mnt/data/Opponent_Lineup_App_v2/assets/players/cmuanhgqk0002swkf2ek53y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94" y="829653"/>
            <a:ext cx="952500" cy="952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939131" y="1796364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326951" y="1796364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939131" y="2050364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326951" y="2050364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926431" y="1783664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326951" y="1783664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926431" y="2050364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939131" y="1796364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326951" y="1796364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LEONARDO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939131" y="2050364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326951" y="2050364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184cm</a:t>
            </a:r>
            <a:endParaRPr lang="en-US" sz="1200" dirty="0"/>
          </a:p>
        </p:txBody>
      </p:sp>
      <p:pic>
        <p:nvPicPr>
          <p:cNvPr id="16" name="Image 2" descr="/mnt/data/Opponent_Lineup_App_v2/assets/players/cmuanhgxn000mswkfz4wopy4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419" y="829653"/>
            <a:ext cx="952500" cy="9525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396456" y="1796364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784276" y="1796364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396456" y="2050364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784276" y="2050364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383756" y="1783664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784276" y="1783664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383756" y="2050364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396456" y="1796364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3784276" y="1796364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张凌峰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3396456" y="2050364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784276" y="2050364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176cm</a:t>
            </a:r>
            <a:endParaRPr lang="en-US" sz="1200" dirty="0"/>
          </a:p>
        </p:txBody>
      </p:sp>
      <p:pic>
        <p:nvPicPr>
          <p:cNvPr id="28" name="Image 3" descr="/mnt/data/Opponent_Lineup_App_v2/assets/players/cmuanhtvz0016swkf6tbkst0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4094" y="2990334"/>
            <a:ext cx="952500" cy="95250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939131" y="3957046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2326951" y="3957046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939131" y="4211046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2326951" y="4211046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926431" y="3944346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2326951" y="3944346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926431" y="4211046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939131" y="3957046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2326951" y="3957046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高海生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1939131" y="4211046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2326951" y="4211046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183cm</a:t>
            </a:r>
            <a:endParaRPr lang="en-US" sz="1200" dirty="0"/>
          </a:p>
        </p:txBody>
      </p:sp>
      <p:pic>
        <p:nvPicPr>
          <p:cNvPr id="40" name="Image 4" descr="/mnt/data/Opponent_Lineup_App_v2/assets/players/cmuanhtxb001aswkfq39wsqm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419" y="2990334"/>
            <a:ext cx="952500" cy="952500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3396456" y="3957046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3784276" y="3957046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3396456" y="4211046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3784276" y="4211046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3383756" y="3944346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3784276" y="3944346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3383756" y="4211046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3396456" y="3957046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500" dirty="0"/>
          </a:p>
        </p:txBody>
      </p:sp>
      <p:sp>
        <p:nvSpPr>
          <p:cNvPr id="49" name="Text 42"/>
          <p:cNvSpPr/>
          <p:nvPr/>
        </p:nvSpPr>
        <p:spPr>
          <a:xfrm>
            <a:off x="3784276" y="3957046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亓信磊</a:t>
            </a:r>
            <a:endParaRPr lang="en-US" sz="1500" dirty="0"/>
          </a:p>
        </p:txBody>
      </p:sp>
      <p:sp>
        <p:nvSpPr>
          <p:cNvPr id="50" name="Text 43"/>
          <p:cNvSpPr/>
          <p:nvPr/>
        </p:nvSpPr>
        <p:spPr>
          <a:xfrm>
            <a:off x="3396456" y="4211046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3784276" y="4211046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175cm</a:t>
            </a:r>
            <a:endParaRPr lang="en-US" sz="1200" dirty="0"/>
          </a:p>
        </p:txBody>
      </p:sp>
      <p:pic>
        <p:nvPicPr>
          <p:cNvPr id="52" name="Image 5" descr="/mnt/data/Opponent_Lineup_App_v2/assets/players/cmuanhgr00004swkfc1wsvu1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744" y="2990334"/>
            <a:ext cx="952500" cy="952500"/>
          </a:xfrm>
          <a:prstGeom prst="rect">
            <a:avLst/>
          </a:prstGeom>
        </p:spPr>
      </p:pic>
      <p:sp>
        <p:nvSpPr>
          <p:cNvPr id="53" name="Shape 45"/>
          <p:cNvSpPr/>
          <p:nvPr/>
        </p:nvSpPr>
        <p:spPr>
          <a:xfrm>
            <a:off x="4853781" y="3957046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5241601" y="3957046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4853781" y="4211046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5241601" y="4211046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4841081" y="3944346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5241601" y="3944346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4841081" y="4211046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4853781" y="3957046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D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500" dirty="0"/>
          </a:p>
        </p:txBody>
      </p:sp>
      <p:sp>
        <p:nvSpPr>
          <p:cNvPr id="61" name="Text 53"/>
          <p:cNvSpPr/>
          <p:nvPr/>
        </p:nvSpPr>
        <p:spPr>
          <a:xfrm>
            <a:off x="5241601" y="3957046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庞开元</a:t>
            </a:r>
            <a:endParaRPr lang="en-US" sz="1500" dirty="0"/>
          </a:p>
        </p:txBody>
      </p:sp>
      <p:sp>
        <p:nvSpPr>
          <p:cNvPr id="62" name="Text 54"/>
          <p:cNvSpPr/>
          <p:nvPr/>
        </p:nvSpPr>
        <p:spPr>
          <a:xfrm>
            <a:off x="4853781" y="4211046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63" name="Text 55"/>
          <p:cNvSpPr/>
          <p:nvPr/>
        </p:nvSpPr>
        <p:spPr>
          <a:xfrm>
            <a:off x="5241601" y="4211046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176cm</a:t>
            </a:r>
            <a:endParaRPr lang="en-US" sz="1200" dirty="0"/>
          </a:p>
        </p:txBody>
      </p:sp>
      <p:pic>
        <p:nvPicPr>
          <p:cNvPr id="64" name="Image 6" descr="/mnt/data/Opponent_Lineup_App_v2/assets/players/cmuanhtz7001gswkfmio12mg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769" y="5142923"/>
            <a:ext cx="952500" cy="952500"/>
          </a:xfrm>
          <a:prstGeom prst="rect">
            <a:avLst/>
          </a:prstGeom>
        </p:spPr>
      </p:pic>
      <p:sp>
        <p:nvSpPr>
          <p:cNvPr id="65" name="Shape 56"/>
          <p:cNvSpPr/>
          <p:nvPr/>
        </p:nvSpPr>
        <p:spPr>
          <a:xfrm>
            <a:off x="481806" y="6109635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869626" y="6109635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481806" y="6363635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869626" y="6363635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469106" y="6096935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869626" y="6096935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469106" y="6363635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2" name="Text 63"/>
          <p:cNvSpPr/>
          <p:nvPr/>
        </p:nvSpPr>
        <p:spPr>
          <a:xfrm>
            <a:off x="481806" y="6109635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500" dirty="0"/>
          </a:p>
        </p:txBody>
      </p:sp>
      <p:sp>
        <p:nvSpPr>
          <p:cNvPr id="73" name="Text 64"/>
          <p:cNvSpPr/>
          <p:nvPr/>
        </p:nvSpPr>
        <p:spPr>
          <a:xfrm>
            <a:off x="869626" y="6109635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苏士豪</a:t>
            </a:r>
            <a:endParaRPr lang="en-US" sz="1500" dirty="0"/>
          </a:p>
        </p:txBody>
      </p:sp>
      <p:sp>
        <p:nvSpPr>
          <p:cNvPr id="74" name="Text 65"/>
          <p:cNvSpPr/>
          <p:nvPr/>
        </p:nvSpPr>
        <p:spPr>
          <a:xfrm>
            <a:off x="481806" y="6363635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75" name="Text 66"/>
          <p:cNvSpPr/>
          <p:nvPr/>
        </p:nvSpPr>
        <p:spPr>
          <a:xfrm>
            <a:off x="869626" y="6363635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178cm</a:t>
            </a:r>
            <a:endParaRPr lang="en-US" sz="1200" dirty="0"/>
          </a:p>
        </p:txBody>
      </p:sp>
      <p:pic>
        <p:nvPicPr>
          <p:cNvPr id="76" name="Image 7" descr="/mnt/data/Opponent_Lineup_App_v2/assets/players/cmuanhgx9000kswkfl9y5ec6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4094" y="5142923"/>
            <a:ext cx="952500" cy="952500"/>
          </a:xfrm>
          <a:prstGeom prst="rect">
            <a:avLst/>
          </a:prstGeom>
        </p:spPr>
      </p:pic>
      <p:sp>
        <p:nvSpPr>
          <p:cNvPr id="77" name="Shape 67"/>
          <p:cNvSpPr/>
          <p:nvPr/>
        </p:nvSpPr>
        <p:spPr>
          <a:xfrm>
            <a:off x="1939131" y="6109635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2326951" y="6109635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1939131" y="6363635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0"/>
          <p:cNvSpPr/>
          <p:nvPr/>
        </p:nvSpPr>
        <p:spPr>
          <a:xfrm>
            <a:off x="2326951" y="6363635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1"/>
          <p:cNvSpPr/>
          <p:nvPr/>
        </p:nvSpPr>
        <p:spPr>
          <a:xfrm>
            <a:off x="1926431" y="6096935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2326951" y="6096935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1926431" y="6363635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4" name="Text 74"/>
          <p:cNvSpPr/>
          <p:nvPr/>
        </p:nvSpPr>
        <p:spPr>
          <a:xfrm>
            <a:off x="1939131" y="6109635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500" dirty="0"/>
          </a:p>
        </p:txBody>
      </p:sp>
      <p:sp>
        <p:nvSpPr>
          <p:cNvPr id="85" name="Text 75"/>
          <p:cNvSpPr/>
          <p:nvPr/>
        </p:nvSpPr>
        <p:spPr>
          <a:xfrm>
            <a:off x="2326951" y="6109635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陈骜</a:t>
            </a:r>
            <a:endParaRPr lang="en-US" sz="1500" dirty="0"/>
          </a:p>
        </p:txBody>
      </p:sp>
      <p:sp>
        <p:nvSpPr>
          <p:cNvPr id="86" name="Text 76"/>
          <p:cNvSpPr/>
          <p:nvPr/>
        </p:nvSpPr>
        <p:spPr>
          <a:xfrm>
            <a:off x="1939131" y="6363635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87" name="Text 77"/>
          <p:cNvSpPr/>
          <p:nvPr/>
        </p:nvSpPr>
        <p:spPr>
          <a:xfrm>
            <a:off x="2326951" y="6363635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180cm</a:t>
            </a:r>
            <a:endParaRPr lang="en-US" sz="1200" dirty="0"/>
          </a:p>
        </p:txBody>
      </p:sp>
      <p:pic>
        <p:nvPicPr>
          <p:cNvPr id="88" name="Image 8" descr="/mnt/data/Opponent_Lineup_App_v2/assets/players/cmuanhtvj0014swkfkl3tbxs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1419" y="5142923"/>
            <a:ext cx="952500" cy="952500"/>
          </a:xfrm>
          <a:prstGeom prst="rect">
            <a:avLst/>
          </a:prstGeom>
        </p:spPr>
      </p:pic>
      <p:sp>
        <p:nvSpPr>
          <p:cNvPr id="89" name="Shape 78"/>
          <p:cNvSpPr/>
          <p:nvPr/>
        </p:nvSpPr>
        <p:spPr>
          <a:xfrm>
            <a:off x="3396456" y="6109635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79"/>
          <p:cNvSpPr/>
          <p:nvPr/>
        </p:nvSpPr>
        <p:spPr>
          <a:xfrm>
            <a:off x="3784276" y="6109635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0"/>
          <p:cNvSpPr/>
          <p:nvPr/>
        </p:nvSpPr>
        <p:spPr>
          <a:xfrm>
            <a:off x="3396456" y="6363635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1"/>
          <p:cNvSpPr/>
          <p:nvPr/>
        </p:nvSpPr>
        <p:spPr>
          <a:xfrm>
            <a:off x="3784276" y="6363635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2"/>
          <p:cNvSpPr/>
          <p:nvPr/>
        </p:nvSpPr>
        <p:spPr>
          <a:xfrm>
            <a:off x="3383756" y="6096935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94" name="Shape 83"/>
          <p:cNvSpPr/>
          <p:nvPr/>
        </p:nvSpPr>
        <p:spPr>
          <a:xfrm>
            <a:off x="3784276" y="6096935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5" name="Shape 84"/>
          <p:cNvSpPr/>
          <p:nvPr/>
        </p:nvSpPr>
        <p:spPr>
          <a:xfrm>
            <a:off x="3383756" y="6363635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6" name="Text 85"/>
          <p:cNvSpPr/>
          <p:nvPr/>
        </p:nvSpPr>
        <p:spPr>
          <a:xfrm>
            <a:off x="3396456" y="6109635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500" dirty="0"/>
          </a:p>
        </p:txBody>
      </p:sp>
      <p:sp>
        <p:nvSpPr>
          <p:cNvPr id="97" name="Text 86"/>
          <p:cNvSpPr/>
          <p:nvPr/>
        </p:nvSpPr>
        <p:spPr>
          <a:xfrm>
            <a:off x="3784276" y="6109635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姚棣然</a:t>
            </a:r>
            <a:endParaRPr lang="en-US" sz="1500" dirty="0"/>
          </a:p>
        </p:txBody>
      </p:sp>
      <p:sp>
        <p:nvSpPr>
          <p:cNvPr id="98" name="Text 87"/>
          <p:cNvSpPr/>
          <p:nvPr/>
        </p:nvSpPr>
        <p:spPr>
          <a:xfrm>
            <a:off x="3396456" y="6363635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99" name="Text 88"/>
          <p:cNvSpPr/>
          <p:nvPr/>
        </p:nvSpPr>
        <p:spPr>
          <a:xfrm>
            <a:off x="3784276" y="6363635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189cm</a:t>
            </a:r>
            <a:endParaRPr lang="en-US" sz="1200" dirty="0"/>
          </a:p>
        </p:txBody>
      </p:sp>
      <p:pic>
        <p:nvPicPr>
          <p:cNvPr id="100" name="Image 9" descr="/mnt/data/Opponent_Lineup_App_v2/assets/players/cmuanhu0c001iswkf1skjxgb4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8744" y="5142923"/>
            <a:ext cx="952500" cy="952500"/>
          </a:xfrm>
          <a:prstGeom prst="rect">
            <a:avLst/>
          </a:prstGeom>
        </p:spPr>
      </p:pic>
      <p:sp>
        <p:nvSpPr>
          <p:cNvPr id="101" name="Shape 89"/>
          <p:cNvSpPr/>
          <p:nvPr/>
        </p:nvSpPr>
        <p:spPr>
          <a:xfrm>
            <a:off x="4853781" y="6109635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0"/>
          <p:cNvSpPr/>
          <p:nvPr/>
        </p:nvSpPr>
        <p:spPr>
          <a:xfrm>
            <a:off x="5241601" y="6109635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1"/>
          <p:cNvSpPr/>
          <p:nvPr/>
        </p:nvSpPr>
        <p:spPr>
          <a:xfrm>
            <a:off x="4853781" y="6363635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2"/>
          <p:cNvSpPr/>
          <p:nvPr/>
        </p:nvSpPr>
        <p:spPr>
          <a:xfrm>
            <a:off x="5241601" y="6363635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93"/>
          <p:cNvSpPr/>
          <p:nvPr/>
        </p:nvSpPr>
        <p:spPr>
          <a:xfrm>
            <a:off x="4841081" y="6096935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6" name="Shape 94"/>
          <p:cNvSpPr/>
          <p:nvPr/>
        </p:nvSpPr>
        <p:spPr>
          <a:xfrm>
            <a:off x="5241601" y="6096935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07" name="Shape 95"/>
          <p:cNvSpPr/>
          <p:nvPr/>
        </p:nvSpPr>
        <p:spPr>
          <a:xfrm>
            <a:off x="4841081" y="6363635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08" name="Text 96"/>
          <p:cNvSpPr/>
          <p:nvPr/>
        </p:nvSpPr>
        <p:spPr>
          <a:xfrm>
            <a:off x="4853781" y="6109635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1500" dirty="0"/>
          </a:p>
        </p:txBody>
      </p:sp>
      <p:sp>
        <p:nvSpPr>
          <p:cNvPr id="109" name="Text 97"/>
          <p:cNvSpPr/>
          <p:nvPr/>
        </p:nvSpPr>
        <p:spPr>
          <a:xfrm>
            <a:off x="5241601" y="6109635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徐友刚</a:t>
            </a:r>
            <a:endParaRPr lang="en-US" sz="1500" dirty="0"/>
          </a:p>
        </p:txBody>
      </p:sp>
      <p:sp>
        <p:nvSpPr>
          <p:cNvPr id="110" name="Text 98"/>
          <p:cNvSpPr/>
          <p:nvPr/>
        </p:nvSpPr>
        <p:spPr>
          <a:xfrm>
            <a:off x="4853781" y="6363635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111" name="Text 99"/>
          <p:cNvSpPr/>
          <p:nvPr/>
        </p:nvSpPr>
        <p:spPr>
          <a:xfrm>
            <a:off x="5241601" y="6363635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180cm</a:t>
            </a:r>
            <a:endParaRPr lang="en-US" sz="1200" dirty="0"/>
          </a:p>
        </p:txBody>
      </p:sp>
      <p:pic>
        <p:nvPicPr>
          <p:cNvPr id="112" name="Image 10" descr="/mnt/data/Opponent_Lineup_App_v2/assets/players/cmuanhu8c001oswkfwrytp43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52756" y="7303605"/>
            <a:ext cx="952500" cy="952500"/>
          </a:xfrm>
          <a:prstGeom prst="rect">
            <a:avLst/>
          </a:prstGeom>
        </p:spPr>
      </p:pic>
      <p:sp>
        <p:nvSpPr>
          <p:cNvPr id="113" name="Shape 100"/>
          <p:cNvSpPr/>
          <p:nvPr/>
        </p:nvSpPr>
        <p:spPr>
          <a:xfrm>
            <a:off x="2667794" y="8270316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01"/>
          <p:cNvSpPr/>
          <p:nvPr/>
        </p:nvSpPr>
        <p:spPr>
          <a:xfrm>
            <a:off x="3055614" y="8270316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02"/>
          <p:cNvSpPr/>
          <p:nvPr/>
        </p:nvSpPr>
        <p:spPr>
          <a:xfrm>
            <a:off x="2667794" y="8524316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03"/>
          <p:cNvSpPr/>
          <p:nvPr/>
        </p:nvSpPr>
        <p:spPr>
          <a:xfrm>
            <a:off x="3055614" y="8524316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04"/>
          <p:cNvSpPr/>
          <p:nvPr/>
        </p:nvSpPr>
        <p:spPr>
          <a:xfrm>
            <a:off x="2655094" y="8257616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18" name="Shape 105"/>
          <p:cNvSpPr/>
          <p:nvPr/>
        </p:nvSpPr>
        <p:spPr>
          <a:xfrm>
            <a:off x="3055614" y="8257616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19" name="Shape 106"/>
          <p:cNvSpPr/>
          <p:nvPr/>
        </p:nvSpPr>
        <p:spPr>
          <a:xfrm>
            <a:off x="2655094" y="8524316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20" name="Text 107"/>
          <p:cNvSpPr/>
          <p:nvPr/>
        </p:nvSpPr>
        <p:spPr>
          <a:xfrm>
            <a:off x="2667794" y="8270316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500" dirty="0"/>
          </a:p>
        </p:txBody>
      </p:sp>
      <p:sp>
        <p:nvSpPr>
          <p:cNvPr id="121" name="Text 108"/>
          <p:cNvSpPr/>
          <p:nvPr/>
        </p:nvSpPr>
        <p:spPr>
          <a:xfrm>
            <a:off x="3055614" y="8270316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林翔</a:t>
            </a:r>
            <a:endParaRPr lang="en-US" sz="1500" dirty="0"/>
          </a:p>
        </p:txBody>
      </p:sp>
      <p:sp>
        <p:nvSpPr>
          <p:cNvPr id="122" name="Text 109"/>
          <p:cNvSpPr/>
          <p:nvPr/>
        </p:nvSpPr>
        <p:spPr>
          <a:xfrm>
            <a:off x="2667794" y="8524316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123" name="Text 110"/>
          <p:cNvSpPr/>
          <p:nvPr/>
        </p:nvSpPr>
        <p:spPr>
          <a:xfrm>
            <a:off x="3055614" y="8524316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188cm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pponent_Lineup_App_v2/assets/field_exact_4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706" y="215303"/>
            <a:ext cx="1527416" cy="40894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主要替补球员</a:t>
            </a:r>
            <a:endParaRPr lang="en-US" sz="1800" dirty="0"/>
          </a:p>
        </p:txBody>
      </p:sp>
      <p:pic>
        <p:nvPicPr>
          <p:cNvPr id="4" name="Image 1" descr="/mnt/data/Opponent_Lineup_App_v2/assets/players/cmuanhgwf000gswkfbmi4m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518" y="829653"/>
            <a:ext cx="952500" cy="952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890556" y="1796364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278376" y="1796364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890556" y="2050364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278376" y="2050364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877856" y="1783664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278376" y="1783664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877856" y="2050364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890556" y="1796364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278376" y="1796364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TOMOVIC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890556" y="2050364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278376" y="2050364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184cm</a:t>
            </a:r>
            <a:endParaRPr lang="en-US" sz="1200" dirty="0"/>
          </a:p>
        </p:txBody>
      </p:sp>
      <p:pic>
        <p:nvPicPr>
          <p:cNvPr id="16" name="Image 2" descr="/mnt/data/Opponent_Lineup_App_v2/assets/players/cmuanhguo0008swkfzb45qg9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994" y="829653"/>
            <a:ext cx="952500" cy="9525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445032" y="1796364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832852" y="1796364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445032" y="2050364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832852" y="2050364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432332" y="1783664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832852" y="1783664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432332" y="2050364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445032" y="1796364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3832852" y="1796364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门阳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3445032" y="2050364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832852" y="2050364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196cm</a:t>
            </a:r>
            <a:endParaRPr lang="en-US" sz="1200" dirty="0"/>
          </a:p>
        </p:txBody>
      </p:sp>
      <p:pic>
        <p:nvPicPr>
          <p:cNvPr id="28" name="Image 3" descr="/mnt/data/Opponent_Lineup_App_v2/assets/players/cmuanhgwu000iswkfj62q9fm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6" y="2448141"/>
            <a:ext cx="952500" cy="95250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336074" y="3414852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23894" y="3414852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6074" y="3668852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23894" y="3668852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23374" y="3402152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23894" y="3402152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23374" y="3668852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36074" y="3414852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D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723894" y="3414852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姚俊宇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336074" y="3668852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723894" y="3668852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170cm</a:t>
            </a:r>
            <a:endParaRPr lang="en-US" sz="1200" dirty="0"/>
          </a:p>
        </p:txBody>
      </p:sp>
      <p:pic>
        <p:nvPicPr>
          <p:cNvPr id="40" name="Image 4" descr="/mnt/data/Opponent_Lineup_App_v2/assets/players/cmuanhgv4000aswkfj5c1oxw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4476" y="2448141"/>
            <a:ext cx="952500" cy="952500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4999514" y="3414852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5387334" y="3414852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4999514" y="3668852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5387334" y="3668852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4986814" y="3402152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5387334" y="3402152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4986814" y="3668852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999514" y="3414852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500" dirty="0"/>
          </a:p>
        </p:txBody>
      </p:sp>
      <p:sp>
        <p:nvSpPr>
          <p:cNvPr id="49" name="Text 42"/>
          <p:cNvSpPr/>
          <p:nvPr/>
        </p:nvSpPr>
        <p:spPr>
          <a:xfrm>
            <a:off x="5387334" y="3414852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刘越</a:t>
            </a:r>
            <a:endParaRPr lang="en-US" sz="1500" dirty="0"/>
          </a:p>
        </p:txBody>
      </p:sp>
      <p:sp>
        <p:nvSpPr>
          <p:cNvPr id="50" name="Text 43"/>
          <p:cNvSpPr/>
          <p:nvPr/>
        </p:nvSpPr>
        <p:spPr>
          <a:xfrm>
            <a:off x="4999514" y="3668852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5387334" y="3668852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174cm</a:t>
            </a:r>
            <a:endParaRPr lang="en-US" sz="1200" dirty="0"/>
          </a:p>
        </p:txBody>
      </p:sp>
      <p:pic>
        <p:nvPicPr>
          <p:cNvPr id="52" name="Image 5" descr="/mnt/data/Opponent_Lineup_App_v2/assets/players/cmuanhgyh000qswkff19gjcm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5518" y="4066629"/>
            <a:ext cx="952500" cy="952500"/>
          </a:xfrm>
          <a:prstGeom prst="rect">
            <a:avLst/>
          </a:prstGeom>
        </p:spPr>
      </p:pic>
      <p:sp>
        <p:nvSpPr>
          <p:cNvPr id="53" name="Shape 45"/>
          <p:cNvSpPr/>
          <p:nvPr/>
        </p:nvSpPr>
        <p:spPr>
          <a:xfrm>
            <a:off x="1890556" y="5033340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2278376" y="5033340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1890556" y="5287340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2278376" y="5287340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1877856" y="5020640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2278376" y="5020640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1877856" y="5287340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1890556" y="5033340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D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500" dirty="0"/>
          </a:p>
        </p:txBody>
      </p:sp>
      <p:sp>
        <p:nvSpPr>
          <p:cNvPr id="61" name="Text 53"/>
          <p:cNvSpPr/>
          <p:nvPr/>
        </p:nvSpPr>
        <p:spPr>
          <a:xfrm>
            <a:off x="2278376" y="5033340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曲格平</a:t>
            </a:r>
            <a:endParaRPr lang="en-US" sz="1500" dirty="0"/>
          </a:p>
        </p:txBody>
      </p:sp>
      <p:sp>
        <p:nvSpPr>
          <p:cNvPr id="62" name="Text 54"/>
          <p:cNvSpPr/>
          <p:nvPr/>
        </p:nvSpPr>
        <p:spPr>
          <a:xfrm>
            <a:off x="1890556" y="5287340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63" name="Text 55"/>
          <p:cNvSpPr/>
          <p:nvPr/>
        </p:nvSpPr>
        <p:spPr>
          <a:xfrm>
            <a:off x="2278376" y="5287340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175cm</a:t>
            </a:r>
            <a:endParaRPr lang="en-US" sz="1200" dirty="0"/>
          </a:p>
        </p:txBody>
      </p:sp>
      <p:pic>
        <p:nvPicPr>
          <p:cNvPr id="64" name="Image 6" descr="/mnt/data/Opponent_Lineup_App_v2/assets/players/cmuanhtyr001eswkft2z428z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6" y="5685117"/>
            <a:ext cx="952500" cy="952500"/>
          </a:xfrm>
          <a:prstGeom prst="rect">
            <a:avLst/>
          </a:prstGeom>
        </p:spPr>
      </p:pic>
      <p:sp>
        <p:nvSpPr>
          <p:cNvPr id="65" name="Shape 56"/>
          <p:cNvSpPr/>
          <p:nvPr/>
        </p:nvSpPr>
        <p:spPr>
          <a:xfrm>
            <a:off x="336074" y="6651828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723894" y="6651828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336074" y="6905828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723894" y="6905828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323374" y="6639128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723894" y="6639128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323374" y="6905828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2" name="Text 63"/>
          <p:cNvSpPr/>
          <p:nvPr/>
        </p:nvSpPr>
        <p:spPr>
          <a:xfrm>
            <a:off x="336074" y="6651828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500" dirty="0"/>
          </a:p>
        </p:txBody>
      </p:sp>
      <p:sp>
        <p:nvSpPr>
          <p:cNvPr id="73" name="Text 64"/>
          <p:cNvSpPr/>
          <p:nvPr/>
        </p:nvSpPr>
        <p:spPr>
          <a:xfrm>
            <a:off x="723894" y="6651828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柏佳骏</a:t>
            </a:r>
            <a:endParaRPr lang="en-US" sz="1500" dirty="0"/>
          </a:p>
        </p:txBody>
      </p:sp>
      <p:sp>
        <p:nvSpPr>
          <p:cNvPr id="74" name="Text 65"/>
          <p:cNvSpPr/>
          <p:nvPr/>
        </p:nvSpPr>
        <p:spPr>
          <a:xfrm>
            <a:off x="336074" y="6905828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</a:t>
            </a:r>
            <a:endParaRPr lang="en-US" sz="1200" dirty="0"/>
          </a:p>
        </p:txBody>
      </p:sp>
      <p:sp>
        <p:nvSpPr>
          <p:cNvPr id="75" name="Text 66"/>
          <p:cNvSpPr/>
          <p:nvPr/>
        </p:nvSpPr>
        <p:spPr>
          <a:xfrm>
            <a:off x="723894" y="6905828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166cm</a:t>
            </a:r>
            <a:endParaRPr lang="en-US" sz="1200" dirty="0"/>
          </a:p>
        </p:txBody>
      </p:sp>
      <p:pic>
        <p:nvPicPr>
          <p:cNvPr id="76" name="Image 7" descr="/mnt/data/Opponent_Lineup_App_v2/assets/players/cmuanhtwf0018swkf2k4ogmf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5518" y="5685117"/>
            <a:ext cx="952500" cy="952500"/>
          </a:xfrm>
          <a:prstGeom prst="rect">
            <a:avLst/>
          </a:prstGeom>
        </p:spPr>
      </p:pic>
      <p:sp>
        <p:nvSpPr>
          <p:cNvPr id="77" name="Shape 67"/>
          <p:cNvSpPr/>
          <p:nvPr/>
        </p:nvSpPr>
        <p:spPr>
          <a:xfrm>
            <a:off x="1890556" y="6651828"/>
            <a:ext cx="387820" cy="254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2278376" y="6651828"/>
            <a:ext cx="1134593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1890556" y="6905828"/>
            <a:ext cx="38782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0"/>
          <p:cNvSpPr/>
          <p:nvPr/>
        </p:nvSpPr>
        <p:spPr>
          <a:xfrm>
            <a:off x="2278376" y="6905828"/>
            <a:ext cx="1134593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1"/>
          <p:cNvSpPr/>
          <p:nvPr/>
        </p:nvSpPr>
        <p:spPr>
          <a:xfrm>
            <a:off x="1877856" y="6639128"/>
            <a:ext cx="1547813" cy="48895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2278376" y="6639128"/>
            <a:ext cx="0" cy="48895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1877856" y="6905828"/>
            <a:ext cx="154781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4" name="Text 74"/>
          <p:cNvSpPr/>
          <p:nvPr/>
        </p:nvSpPr>
        <p:spPr>
          <a:xfrm>
            <a:off x="1890556" y="6651828"/>
            <a:ext cx="38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500" dirty="0"/>
          </a:p>
        </p:txBody>
      </p:sp>
      <p:sp>
        <p:nvSpPr>
          <p:cNvPr id="85" name="Text 75"/>
          <p:cNvSpPr/>
          <p:nvPr/>
        </p:nvSpPr>
        <p:spPr>
          <a:xfrm>
            <a:off x="2278376" y="6651828"/>
            <a:ext cx="11345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刘洋</a:t>
            </a:r>
            <a:endParaRPr lang="en-US" sz="1500" dirty="0"/>
          </a:p>
        </p:txBody>
      </p:sp>
      <p:sp>
        <p:nvSpPr>
          <p:cNvPr id="86" name="Text 76"/>
          <p:cNvSpPr/>
          <p:nvPr/>
        </p:nvSpPr>
        <p:spPr>
          <a:xfrm>
            <a:off x="1890556" y="6905828"/>
            <a:ext cx="3878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1200" dirty="0"/>
          </a:p>
        </p:txBody>
      </p:sp>
      <p:sp>
        <p:nvSpPr>
          <p:cNvPr id="87" name="Text 77"/>
          <p:cNvSpPr/>
          <p:nvPr/>
        </p:nvSpPr>
        <p:spPr>
          <a:xfrm>
            <a:off x="2278376" y="6905828"/>
            <a:ext cx="1134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188cm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Opponent Lineup App v2</dc:creator>
  <cp:lastModifiedBy>Opponent Lineup App v2</cp:lastModifiedBy>
  <cp:revision>1</cp:revision>
  <dcterms:created xsi:type="dcterms:W3CDTF">2026-09-24T16:32:20Z</dcterms:created>
  <dcterms:modified xsi:type="dcterms:W3CDTF">2026-09-24T16:32:20Z</dcterms:modified>
</cp:coreProperties>
</file>